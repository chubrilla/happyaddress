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85a3359a94d90" /><Relationship Type="http://schemas.openxmlformats.org/officeDocument/2006/relationships/extended-properties" Target="/docProps/app.xml" Id="R433566276b23473d" /><Relationship Type="http://schemas.openxmlformats.org/officeDocument/2006/relationships/officeDocument" Target="/ppt/presentation.xml" Id="R2903eb5bdbbb44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9a710110364161"/>
  </p:sldMasterIdLst>
  <p:notesMasterIdLst>
    <p:notesMasterId xmlns:r="http://schemas.openxmlformats.org/officeDocument/2006/relationships" r:id="Ra101ba61e85d43f4"/>
  </p:notesMasterIdLst>
  <p:sldIdLst>
    <p:sldId xmlns:r="http://schemas.openxmlformats.org/officeDocument/2006/relationships" id="256" r:id="R413e0952f7794589"/>
    <p:sldId xmlns:r="http://schemas.openxmlformats.org/officeDocument/2006/relationships" id="257" r:id="R0b0058d90aa04c33"/>
    <p:sldId xmlns:r="http://schemas.openxmlformats.org/officeDocument/2006/relationships" id="258" r:id="R5a3837a5f48c40e9"/>
    <p:sldId xmlns:r="http://schemas.openxmlformats.org/officeDocument/2006/relationships" id="259" r:id="R657d42d112cb4e9c"/>
    <p:sldId xmlns:r="http://schemas.openxmlformats.org/officeDocument/2006/relationships" id="260" r:id="R097b73513e634d56"/>
    <p:sldId xmlns:r="http://schemas.openxmlformats.org/officeDocument/2006/relationships" id="261" r:id="R368fa94c78a7450c"/>
    <p:sldId xmlns:r="http://schemas.openxmlformats.org/officeDocument/2006/relationships" id="262" r:id="R43c9a53be7d6429c"/>
    <p:sldId xmlns:r="http://schemas.openxmlformats.org/officeDocument/2006/relationships" id="263" r:id="R00d6d256e07a44f3"/>
    <p:sldId xmlns:r="http://schemas.openxmlformats.org/officeDocument/2006/relationships" id="264" r:id="R50f5327321a74f4d"/>
    <p:sldId xmlns:r="http://schemas.openxmlformats.org/officeDocument/2006/relationships" id="265" r:id="Rd4b7f2bab8154c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a710110364161" /><Relationship Type="http://schemas.openxmlformats.org/officeDocument/2006/relationships/theme" Target="/ppt/theme/theme1.xml" Id="R0e10743905c745b7" /><Relationship Type="http://schemas.openxmlformats.org/officeDocument/2006/relationships/notesMaster" Target="/ppt/notesMasters/notesMaster1.xml" Id="Ra101ba61e85d43f4" /><Relationship Type="http://schemas.openxmlformats.org/officeDocument/2006/relationships/presProps" Target="/ppt/presProps.xml" Id="R29ae562803dc4123" /><Relationship Type="http://schemas.openxmlformats.org/officeDocument/2006/relationships/viewProps" Target="/ppt/viewProps.xml" Id="Rfd763bef07664a18" /><Relationship Type="http://schemas.openxmlformats.org/officeDocument/2006/relationships/tableStyles" Target="/ppt/tableStyles.xml" Id="R0553d91767d440e2" /><Relationship Type="http://schemas.openxmlformats.org/officeDocument/2006/relationships/slide" Target="/ppt/slides/slide1.xml" Id="R413e0952f7794589" /><Relationship Type="http://schemas.openxmlformats.org/officeDocument/2006/relationships/slide" Target="/ppt/slides/slide2.xml" Id="R0b0058d90aa04c33" /><Relationship Type="http://schemas.openxmlformats.org/officeDocument/2006/relationships/slide" Target="/ppt/slides/slide3.xml" Id="R5a3837a5f48c40e9" /><Relationship Type="http://schemas.openxmlformats.org/officeDocument/2006/relationships/slide" Target="/ppt/slides/slide4.xml" Id="R657d42d112cb4e9c" /><Relationship Type="http://schemas.openxmlformats.org/officeDocument/2006/relationships/slide" Target="/ppt/slides/slide5.xml" Id="R097b73513e634d56" /><Relationship Type="http://schemas.openxmlformats.org/officeDocument/2006/relationships/slide" Target="/ppt/slides/slide6.xml" Id="R368fa94c78a7450c" /><Relationship Type="http://schemas.openxmlformats.org/officeDocument/2006/relationships/slide" Target="/ppt/slides/slide7.xml" Id="R43c9a53be7d6429c" /><Relationship Type="http://schemas.openxmlformats.org/officeDocument/2006/relationships/slide" Target="/ppt/slides/slide8.xml" Id="R00d6d256e07a44f3" /><Relationship Type="http://schemas.openxmlformats.org/officeDocument/2006/relationships/slide" Target="/ppt/slides/slide9.xml" Id="R50f5327321a74f4d" /><Relationship Type="http://schemas.openxmlformats.org/officeDocument/2006/relationships/slide" Target="/ppt/slides/slide10.xml" Id="Rd4b7f2bab8154c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6ec7661d1d4f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af5dccf314e84" /><Relationship Type="http://schemas.openxmlformats.org/officeDocument/2006/relationships/notesMaster" Target="/ppt/notesMasters/notesMaster1.xml" Id="Rf87279732762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86696ed8b4cea" /><Relationship Type="http://schemas.openxmlformats.org/officeDocument/2006/relationships/notesMaster" Target="/ppt/notesMasters/notesMaster1.xml" Id="R9c58a27d6baa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77aa5994a54d6f" /><Relationship Type="http://schemas.openxmlformats.org/officeDocument/2006/relationships/notesMaster" Target="/ppt/notesMasters/notesMaster1.xml" Id="R378475fbad384e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3e7439176d48fa" /><Relationship Type="http://schemas.openxmlformats.org/officeDocument/2006/relationships/notesMaster" Target="/ppt/notesMasters/notesMaster1.xml" Id="R90bc9c8b5381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2eb4da8934061" /><Relationship Type="http://schemas.openxmlformats.org/officeDocument/2006/relationships/notesMaster" Target="/ppt/notesMasters/notesMaster1.xml" Id="Rdc7ead330934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6ca42b37354d12" /><Relationship Type="http://schemas.openxmlformats.org/officeDocument/2006/relationships/notesMaster" Target="/ppt/notesMasters/notesMaster1.xml" Id="Re2006b411c99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00408398d242f2" /><Relationship Type="http://schemas.openxmlformats.org/officeDocument/2006/relationships/notesMaster" Target="/ppt/notesMasters/notesMaster1.xml" Id="R41c143d54e8a4c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4f119317e4816" /><Relationship Type="http://schemas.openxmlformats.org/officeDocument/2006/relationships/notesMaster" Target="/ppt/notesMasters/notesMaster1.xml" Id="R9f3f7d098cc7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790127b9be48f3" /><Relationship Type="http://schemas.openxmlformats.org/officeDocument/2006/relationships/notesMaster" Target="/ppt/notesMasters/notesMaster1.xml" Id="R20b20dea21ba4b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033d2846f84ba2" /><Relationship Type="http://schemas.openxmlformats.org/officeDocument/2006/relationships/notesMaster" Target="/ppt/notesMasters/notesMaster1.xml" Id="R2e25303af4d5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c1bef02bc49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c2474ab519144ef" /><Relationship Type="http://schemas.openxmlformats.org/officeDocument/2006/relationships/slideLayout" Target="/ppt/slideLayouts/slideLayout2.xml" Id="Rf63242e6409440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242e6409440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47204e7e2842c4" /><Relationship Type="http://schemas.openxmlformats.org/officeDocument/2006/relationships/notesSlide" Target="/ppt/notesSlides/notesSlide1.xml" Id="R95378ed5f95c46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18623ab4a146d7" /><Relationship Type="http://schemas.openxmlformats.org/officeDocument/2006/relationships/notesSlide" Target="/ppt/notesSlides/notesSlide2.xml" Id="R6f508faf71764c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9969c4053424a" /><Relationship Type="http://schemas.openxmlformats.org/officeDocument/2006/relationships/notesSlide" Target="/ppt/notesSlides/notesSlide3.xml" Id="R22026b988be1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32facab0ea42e4" /><Relationship Type="http://schemas.openxmlformats.org/officeDocument/2006/relationships/notesSlide" Target="/ppt/notesSlides/notesSlide4.xml" Id="Rba0c658835194d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8302e24a9149fa" /><Relationship Type="http://schemas.openxmlformats.org/officeDocument/2006/relationships/notesSlide" Target="/ppt/notesSlides/notesSlide5.xml" Id="R4732142c5bbe4c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6feac3fad4a79" /><Relationship Type="http://schemas.openxmlformats.org/officeDocument/2006/relationships/notesSlide" Target="/ppt/notesSlides/notesSlide6.xml" Id="R542353598d834b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017df13a94af1" /><Relationship Type="http://schemas.openxmlformats.org/officeDocument/2006/relationships/notesSlide" Target="/ppt/notesSlides/notesSlide7.xml" Id="R1bd095d1d01d4d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863753c3f4759" /><Relationship Type="http://schemas.openxmlformats.org/officeDocument/2006/relationships/notesSlide" Target="/ppt/notesSlides/notesSlide8.xml" Id="Rb9c19400673c4e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2e0139116f4f45" /><Relationship Type="http://schemas.openxmlformats.org/officeDocument/2006/relationships/notesSlide" Target="/ppt/notesSlides/notesSlide9.xml" Id="Rc033a0b68bc340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1337de4c94c43" /><Relationship Type="http://schemas.openxmlformats.org/officeDocument/2006/relationships/notesSlide" Target="/ppt/notesSlides/notesSlide10.xml" Id="Rebedbb7cd58145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8DFDC-0ED8-49EF-88B7-FF73594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7056F-8B83-4289-A988-1D5731B3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F4A7D-FF5C-4030-99A5-FFD7737C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HappyAddress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B118F-932B-45E8-96F8-D52DEDA3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4FF"/>
                </a:solidFill>
                <a:latin typeface="Arial"/>
                <a:ea typeface="Arial"/>
                <a:cs typeface="Arial"/>
              </a:rPr>
              <a:t>WEB-ориентированная система автоматизации учёта и обработки сделок с недвижимостью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24CDE-F57E-4D82-A3B2-177E96FC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Отчёт о преддипломной практике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D0F77-5DD7-4D1A-A59F-60417CE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859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Чубаров Ярослав Валерьевич · группа ИСИП-406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Специальность 09.02.07 Информационные системы и программирование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2026 год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6E357-4FAE-47D5-BFE0-D4692797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647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4D76D-CE8A-452B-8A0B-731B1E8A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002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Цель проекта: создать веб-приложение, где пользователь может найти объект недвижимости, опубликовать своё объявление и связаться с продавцом.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EB0E6-6BBC-4F40-8445-739230A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97963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4DDA1-F23F-45AF-A6CD-AA12B937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D8EA1-9C25-41BC-81F7-E5C44AE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BA099-0F66-446F-9A4A-5F7A758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Актуальность разработки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B7A2-0EA5-4ECF-B518-2C092C3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17379-60F5-41FC-8A69-88067BBA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577C6-6202-4822-A58E-624BDF34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87455-592C-46B5-9804-EE99E17A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Данные об объектах, фотографиях, контактах, статусах и переписке часто хранятся разрозненно.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22EB7-C197-4119-A9A4-01DD67D0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2B5C3-2C6F-48A3-9573-1DE9AEA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240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106CC-316C-4A17-A819-8BC6B27D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05075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Ошибки в цене, адресе, площади или статусе объявления снижают доверие и увеличивают время обработки.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03C5D-89F5-44DD-B0D7-29EAEDB9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4420B-498B-4A5C-B48C-B2C09A5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4118C-59AC-4828-8CA4-7FA8F5B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2819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Единая веб-система централизует объявления, упрощает поиск и вводит модерацию публикаций.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502DD-977E-474E-827D-AC06C4A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HappyAddress объединяет каталог недвижимости, личный кабинет, карту, избранное, модерацию и коммуникацию между пользователями.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2B4C0-C557-4B7F-A1ED-9474EFBF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06895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33E7C-D966-4BAE-9D44-26FA028E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F8BEA-A5FC-4711-85D2-881A4C39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A9F17-45AA-42D2-A1A1-BD64A096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Цель и задачи практики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F617C-8248-4577-9FCD-EDE7F68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42C76-D400-45DC-BFF0-65A5B76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9272-AC49-4B49-A19F-C994EEEA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D3323-6CB4-4DA9-8B8D-C5D2934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Разработать веб-приложение для размещения, поиска, обработки и сопровождения объявлений о недвижимости.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E5199-1DE7-40FA-B5CA-C8C3236E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5DB8A-4D5F-4321-A182-3D6BB380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изучить предметную область и требования к сервису недвижимости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42431-20EF-4083-9B4C-68E2EBBF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45734-1B9E-498C-A523-23E2EB17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спроектировать структуру ASP.NET Core MVC-приложения и базы данных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34914-CEA3-41E3-8581-047301AA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05ED0-4846-4242-8D83-015DF1D1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реализовать регистрацию, объявления, фильтры, карту, избранное и чат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BFC45-FF01-45F0-8DEB-1E288EB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F0CF3-6606-47FA-9111-86CB2E2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добавить модерацию объявлений и изображений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25EC4-DAC8-44E7-9910-263B50B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F45CE-ABF6-4045-A7DE-CB26DA25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проверить основные пользовательские сценарии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F5C9F-C5A0-43B5-AFAF-447D42F1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22288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B58F0-C0E2-424E-B025-ED37665F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83D13-F4A5-46A9-BA2C-EE3AD9E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9104F-66CF-4DAD-94D0-28692F7F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Технологический стек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962DC-B1BE-4AF1-B7F7-C3D30CCE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144C7-AC14-43B3-9EE2-F4239DA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8396A-2E4F-42B9-8477-77E7466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C#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7E75B-11F6-4FD0-ADD9-E847FDD5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55262-C8DB-4AD7-A20D-2938CE03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.NET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F8DBF-4DD1-4D06-AC6C-07B3A672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F6183-C5B7-4C0B-9706-75124F79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621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ASP.NET Core MVC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C2BA9-708B-4A08-BEA6-9258A0D8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8657E-6459-4E32-AFF2-AC371F1E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432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D065C-4670-4D68-8152-DF67885C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FD224-0170-46B0-9D05-A420E1D8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432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EF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03DDB-52FA-4608-B5B2-E6AC6A3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32C51-FE82-439A-9483-0291EDC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432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Pomelo 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EC76F-90BA-4237-A872-49BDB278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23732-2D47-4968-A5C5-8BE43E1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242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HTML/CSS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B9225-81A0-4974-AE0D-8A1B628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B3586-69D0-4584-AEA1-45AE13E4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242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JavaScript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95D7F-888C-4821-B886-B66236BA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1306C-E402-4F26-B00C-3D3395F8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242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7A88E-1285-4F47-8BA4-98749D0B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9DBB3-5A4F-483D-ADA0-1F19073E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053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580C"/>
                </a:solidFill>
                <a:latin typeface="Arial"/>
                <a:ea typeface="Arial"/>
                <a:cs typeface="Arial"/>
              </a:rPr>
              <a:t>Leaflet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E8350-1DE1-4DB4-B1FB-8570E116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96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3D9FD-93F1-4654-8D5B-75D5678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580C"/>
                </a:solidFill>
                <a:latin typeface="Arial"/>
                <a:ea typeface="Arial"/>
                <a:cs typeface="Arial"/>
              </a:rPr>
              <a:t>OpenStreetMap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CB403-C709-477C-AA6F-A61FCA28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65538-86FF-4B56-818C-926118AE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0532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BCrypt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29A55-C97F-44D1-8A01-7CACBE8A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B485A-C644-4AB8-8EE6-7EB7D914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Выбранный стек обеспечивает MVC-структуру, работу с реляционной базой, серверную валидацию, загрузку файлов и интерактивный интерфейс.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B5417-A136-4DA1-8354-B6FBB37D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50011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CA16F-049D-4C47-856F-E656E40D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68523-1FB3-413E-9D6B-C021E246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77250-C757-4F76-A020-88A8A50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Архитектура и база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0A4DC-99B5-4D1B-AAC8-6A730614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0A769-AAB3-4688-95E9-7E01308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BD4A9-F447-46FF-A8B6-D2E95E2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CD01A-5163-4F9C-BAE4-1F24D18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User, Ad, AdImage, Favorite, Chat, ChatMessage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AE9BE-81FC-4F9A-8065-796EF6A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BD445-6102-47D5-B5BF-78F01F89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193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Controllers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77354-DA56-465B-8ECC-0CF8DBF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0325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Account, Home, Ads, Admin, Chat,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895C9-C648-42DC-B617-4D586E8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4787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61A93-1167-4DD7-881D-E9541EEF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193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1E5AA-8A9D-4320-B4CD-FD49D93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Razor-страницы каталога, профиля, объявления и админ-панели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9B109-6C0D-4892-AF0F-12415D8E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62375"/>
            <a:ext cx="857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ACA8F-A726-4ACD-93AB-D7C39E4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9052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ABF77-E738-4770-BFF2-C6809DA5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3905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83438-A601-4129-9733-E33C86C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3395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AppDbContext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2BA91-C1DE-4129-9A26-8933D08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3486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Единая точка доступа к данным и миграциям Entity Framework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AB24F-57E3-408A-B535-AD61F8BB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3905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A7FCD-3986-48B7-86CD-8B85A57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091E4-86DB-4E93-B6DB-BDA4219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3486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Хранение пользователей, объявлений, фото, избранного и сообщений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29A59-07D0-42AF-B29A-C2C6E9C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95120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631D2-9CF4-4D9F-9DBA-C0BB618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5DE7C-40EB-4A77-8A39-267E4039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F22B0-B1B0-4F2D-B1CC-CC731E8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Алгоритм работы приложения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00BB2-E216-4749-BFCE-44E7F01D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0C815-68CB-4B53-AF78-7698BF7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691A3-63F7-4A50-99FB-8D1C621B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1. Старт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E44C2-94A7-46E4-BE21-96D6398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пользователь открывает сайт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168E4-E79D-4D08-B4FE-3D9E7B4B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EDE9E-F0AD-4070-B38A-1BC49E2F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860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2. Авторизация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F8705-9477-4115-B6F2-D405DAB0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сессия, вход или регистрация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0257C-E48D-4AFC-80A4-C188E55B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5DA74-79CF-4C3E-9932-71CBDCAA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860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3. Каталог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7EA30-A8F2-4DDB-B729-27E74C70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опубликованные объявления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B4AD9-F460-4EDB-AD97-DDBF42F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526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75248-C7E2-464D-BED2-BD0FF227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669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6ACC1-DFF7-4F13-A9D1-C8313F0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фильтры, сортировка, карточка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64F5C-0FA4-47C7-8B45-325A43C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051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19050">
            <a:solidFill>
              <a:srgbClr val="CA8A0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739CC-34BC-4D60-8004-BDDBDB7C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194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Избранное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5C7FD-F3F4-43BD-8B58-9F570E5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051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сохранение вариантов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82113-3857-4BEC-A336-E7C4C404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717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E46A2-FD99-42D5-8874-F16EE49B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Чат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F8C38-5868-47A7-9EB1-586E7B95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сообщения покупателя и продавца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204D3-26DE-4ED1-B5CF-1462674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19977-423C-4F79-8556-6142989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005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Создание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6FCE6-D6A5-4A75-AE29-B4D998DD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данные объекта, координаты, фотографии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74449-9308-4663-9D55-1308BA40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3D5B5-8B4D-47A3-9B61-533BE444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005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355F8-15A3-4503-AC36-CF41008C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валидация формы и файлов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2EEA2-E53C-48FC-AD81-53B5BC8F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862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F8748-805C-4BB3-9AE5-3F6077CE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005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Модерация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6CB1AD-7656-440A-9F2F-966DDE1A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администратор проверяет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875CB-5C2B-41EE-A64C-801ADBC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05250"/>
            <a:ext cx="165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DEF3E9-CDE2-4B62-B530-A55C546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195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Опубликовано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CAA38-6F9E-4DFF-88F5-C5931F25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053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попадает в каталог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44C06B-6518-480D-9468-634BDA1B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00600"/>
            <a:ext cx="1657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86CD6F-3BEB-4CD8-A57D-0941D98E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149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Отклонено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3C517C-35B5-4D1F-A960-D0E4817E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006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причина для исправления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CBAA60-C6B2-498E-A94A-DAAC7FC9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2C5050-7FB9-48F0-B243-A50FC2A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120DBE-199B-4D59-B312-5389C2C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C1CA67-FA5C-431D-B6C6-0BB47EB8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0261BF-93BA-4DD2-8797-8BFADA98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504C20-FCE0-4C4F-AB2C-574E7B2E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7627FE-2401-4CE0-99A1-776254A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8A04"/>
          </a:solidFill>
          <a:ln xmlns:a="http://schemas.openxmlformats.org/drawingml/2006/main" w="9525">
            <a:solidFill>
              <a:srgbClr val="CA8A0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6FFC9D-1C3A-4A0E-B6F8-58E76BE8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A8A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05CAFF-10E5-4764-9E40-7EBFDE8B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C33855-EF19-4F83-BB13-BF55D469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14F4C3-9CC5-48CA-AB9F-F426435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4800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F8BB3E-55C5-49D8-ACED-DAE0FA61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958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97A018-E4E9-4B19-B765-826E862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05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45432C-A99F-46B3-837E-D13039F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299516-1EE5-460A-B45B-2F436BAE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05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BE9221-B1BA-4621-8317-8CBC83B9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81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544E4F-E4A0-40A7-9F53-A2BC1C48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05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771ADD-5503-4E24-9933-99A6C17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33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B0B2F4-864F-490F-9F37-723F0F33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Ключевая логика: пользовательские действия проходят через валидацию и статусы, а публикация объявления становится доступной только после модерации.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099C7D-DEDB-451C-A4C2-ED3F8036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58428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ADBB7-68D0-40BC-89ED-F731E5D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E3782-46C3-4296-AB1B-C005EB68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6A511-04A1-4B57-951B-1D41B8E9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Реализованные модули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A9F7B-5981-4BF7-84D8-8E765F3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3B8BE-19BD-49D9-8E2A-D14309D1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69B90-5457-4B77-A391-0BF02B89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Аккаунт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C7EF0-CD23-450D-9C9A-D7119499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регистрация, вход, подтверждение email, профиль и аватар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FF4FE-8FB6-404C-BFF2-005892D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16EE4-2EAB-4BAA-8BA1-7A6C961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240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Объявления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E8F90-8282-435D-A44F-61837024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0507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создание, редактирование, удаление, фотографии и статусы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B20E4-15A6-40E9-9D60-DCB009B8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82C3E-ACAA-48F7-B8B0-F9CBCC1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Каталог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0D8B8-4988-4693-9FEF-849B8D66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0507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поиск, фильтрация, сортировка и постраничный вывод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34C27-D895-4600-AE27-7C441B24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8FE41-5ECC-4BAF-AACD-F3521D5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Карта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68294-2266-4D54-AB83-8D66FC1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координаты объекта и отображение расположения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748C8-53D5-4343-A651-A64067CA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19050">
            <a:solidFill>
              <a:srgbClr val="CA8A0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C5BD1-9D2D-4CF3-8F1A-B8EEDA1D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3382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Избранное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CC859-DDBA-4B2C-9C7E-4FA89AF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148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сохранение интересных объектов для сравнения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84F43-8A99-4DED-AC3D-9FDB332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826D4-1623-4CA1-9965-80F499A3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Чат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BC442-C7E7-404A-A18C-D7F392F8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переписка покупателя и продавца по объявлению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448FF-8213-4E7E-A05F-E5E47F3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3036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4F646-74D5-4495-BEFC-C736ECF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507A4-58BA-4E31-8C35-5C09063D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0C641-DE84-4C53-B934-29EE019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Валидация, безопасность и модерация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C60E8-4ED1-4E73-8652-49F6610C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5BEB0-96A1-440E-8E20-53853E41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21535-0288-48E8-8408-9398C053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B950D-77EA-4414-835C-3374BF6F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обязательные поля, положительная цена, координаты, допустимые типы сделок, проверка этажа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F8FFC-2E32-4553-B759-F0B028D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BB2E0-F869-4489-B4A4-12A97B2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717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9E685-179C-455C-897A-F359511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5270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BCrypt-хеширование паролей, подтверждение email, сессии и проверка владельца объявления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A1932-029B-44F0-A416-C9729295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9503D-A147-41A5-82F3-1E1580B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Модерация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836B9-5A10-464A-AD88-23AD455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статусы «На модерации», «Опубликовано», «Отклонено», причина отклонения и проверка фото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0D5DA-8CFF-418C-AE63-6FA5F54D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Цель этих механизмов - не допустить некорректные данные в каталог и защитить действия пользователя от случайного или чужого изменения.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93ABA-E0B7-4A55-B45F-FC785401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87751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2376D-701F-42EA-8B15-F412BD5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B178F-F5FE-418B-AB56-CBABAE46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5B305-22A1-414E-B757-5C0F398A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Тестирование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A0E7A-265C-48B1-9482-4104804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75C0B-9E73-423A-8FBD-F55C792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9EDAB-DBBB-4166-B414-CC24F72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57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Регистрация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2EA06-52E6-4F72-BC7E-111FBA57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проверка возраста, телефона, email и подтверждения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04104-C4FE-4DE4-8FA9-A87DF7DB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574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пройдено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BC2CE-B357-4AF4-A026-62CBDB0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812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6AAB3-9EB7-4425-80BB-94BB3D5C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Авторизация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1B05A-30F4-4F81-8DDE-8EE1CB8C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верный/неверный пароль, запрет входа без подтверждения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833D2-F2EB-4C8F-9CB9-ECB2D541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пройдено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5EA9C-D778-4316-AA18-A455B0F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E4CBB-092E-49C9-8765-FE84F0A8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Объявления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638A3-C291-40F8-AF19-273E080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обязательные поля, цена, координаты, тип объекта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D61CA-17FC-47F9-A7DB-6B4FCCFE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пройдено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4C87F-FF60-4682-9D34-053CD39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5A167-4023-4816-B118-8FB307BA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Фотографии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D43A3-C794-4F01-8BE3-F8CF8089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JPG/PNG, размер до 10 МБ, удаление файлов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BA8A5-B0C9-449B-B2C1-1FB9ED7E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пройдено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B5F4E-00A3-4997-AF16-686FB23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2D2D3-4C71-4795-97F6-9A78A328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Фильтрация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575FE-C8D5-4FC5-AB2F-2CF9551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город, цена, тип сделки, характеристики недвижимости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3863A-43E8-4121-8A30-ADD1D0B1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пройдено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398C2-3074-4950-B49E-4F5A3D72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906AA-85D9-4C21-8197-5AE28617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Чат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26842-E521-418A-BF96-E842145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запрет пустого сообщения и сообщения самому себе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06B97-DC3A-4FA3-8F87-B9C0BB66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пройдено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14882-BA74-452E-A87D-874F67A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7444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A6551-9E3A-41A0-935A-6AD64A2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B8ECD-79A7-4512-A95B-B953223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HappyAddress · преддипломная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41EE7-9865-4D13-9575-6026BEB6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Итоги и перспективы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3167-99FD-491F-9F0D-57DB4E5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28D6E-FCF8-4BFF-B0A3-A58EA5AB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6A75F-1E5E-41E3-8AC4-3694AF9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Итог практики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A3837-BCE4-4DB2-891E-9D4213C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4343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Создана промежуточная версия веб-приложения HappyAddress: каталог недвижимости, личный кабинет, объявления, фото, карта, избранное, модерация и чат.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0369-505D-486B-B966-8EE1EA7A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462DD-AF95-41EE-84D7-6B78A52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1932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Дальнейшее развитие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CDB40-DF0F-49AB-8817-8F51367E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0325"/>
            <a:ext cx="4343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Рекомендации объектов по предпочтениям, уведомления, аналитика просмотров, мобильная адаптация и интеграция с внешними площадками.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D6557-6C73-4DAF-B7BC-844CEC36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696EA-B852-4047-95A7-10D703F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911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 решает основные задачи преддипломной практики и может быть использован как основа дипломной работы.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FDA6B-C911-438F-B710-28129A82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1304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2026-05-20T11:30:50.7340000Z</dcterms:created>
  <dcterms:modified xsi:type="dcterms:W3CDTF">2026-05-20T11:30:50.7350000Z</dcterms:modified>
</coreProperties>
</file>